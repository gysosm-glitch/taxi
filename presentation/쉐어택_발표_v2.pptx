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팀원들이 직접 겪은 복합할증 요금 부담에서 시작했어요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2049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2336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귀로 매칭 운임의 2.8% (약 400원/건) = 카카오T블루 가맹 수수료 수준(2024)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 정책 데이터 리포트(B2G)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270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168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2026-11-02T02:51:53Z</dcterms:created>
  <dcterms:modified xsi:type="dcterms:W3CDTF">2026-11-02T02:51:53Z</dcterms:modified>
</cp:coreProperties>
</file>