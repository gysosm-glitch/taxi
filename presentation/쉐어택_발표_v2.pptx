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청주인데, 읍·면만 가면 35% 더 낸다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할증을, 기사는 빈 차를 떠안는다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길 위에서 양쪽 모두 손해를 본다 · 팀원들이 직접 겪은 요금 부담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많은 곳이, 빈 차 위험은 가장 낮다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 빈 차와 손님이 엇갈린다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손님은 싸게, 기사는 더 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한쪽만 이득이면 오래가지 못한다 · 가치제안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바꾸지 않고, 할증 없는 길을 더한다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 · 귀로 연계 결제 · 나눠 타기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2049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2336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예산 0원으로 할증을 없앤다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1,679원 이득 · 기사 손해 0 · 플랫폼 건당 약 400원 · 비즈니스 모델 캔버스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귀로 매칭 운임의 2.8% (약 400원/건) = 카카오T블루 가맹 수수료 수준(2024)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 정책 데이터 리포트(B2G)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63%가 할증 때문에 택시를 포기했다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기사는 하루 5,774원을 더 번다 · 사업성 검증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2703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292608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한 곳에서 시작해 할증 면제까지</a:t>
            </a:r>
            <a:endParaRPr lang="ko-KR" alt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8046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→ 제휴 → 거점 확대 → 고시 건의</a:t>
            </a:r>
            <a:endParaRPr lang="ko-KR" alt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168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차를 채우면, 할증의 이유가 사라진다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2026-11-02T02:54:23Z</dcterms:created>
  <dcterms:modified xsi:type="dcterms:W3CDTF">2026-11-02T02:54:23Z</dcterms:modified>
</cp:coreProperties>
</file>