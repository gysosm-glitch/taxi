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📊 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[팀명]입니다.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[인터뷰 인용]을 실제 인터뷰 내용으로 바꿔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아래에는 인터뷰 결과를 채워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[팀명]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"할증의 목적은 승차난 방지와 공차 손실 보전" — 청주시 설명(2026.9 보도). 그렇다면 빈 차를 채우면 할증 이유도 사라지지 않을까? 🤔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TIMS 2025 격자·지자체 영업통계(국토교통부), 청주시 요금 보도(천지일보·충청일보)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손님도 기사도 같은 길에서 손해를 보고 있었어요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[이름] (28)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 바이오단지 연구원 · KTX로 서울 출장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"오송역에서 시내까지 택시비가 1만 8천 원 가까이 나와요"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[이름] (50대)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법인택시 · 시내↔오송·오창 운행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"[인터뷰 인용: 오송에 내려 주면 거의 빈 차로 돌아온다]"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 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3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= 승차 밀도 0.5 + 버스정류장 부족 0.25 + 시내까지 거리 0.25 · 시내행 비율은 KTDB 2024 평일 OD 기준 추정</a:t>
            </a:r>
            <a:endParaRPr lang="ko-KR" alt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 해소·이득 창출의 금액은 오송역→가경동(13.8km) 예시와 행위자 시뮬레이션(앱 이용 30%) 기준</a:t>
            </a:r>
            <a:endParaRPr lang="ko-KR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5738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6542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📲 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반반택시: 2019 규제샌드박스 실증특례 → 2022 동승 합법화, 이후 동승 중단·B2B 전환(한국경제 2026.4) · 귀로 연계 결제는 시범(모의)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(손님 면제액의 일부)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플랫폼 제휴 수수료 · 시 정책 데이터 리포트(B2G) — 비율 [ ]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B안: 앱 이용 30% 기준 손님 면제액 4,301원 중 2,622원을 수수료로 → 손님 1,679원 이득 · 기사 손해 0 · 시 재정 0 (시뮬레이션)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7568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634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🎤 기사 인터뷰 [ ]명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50292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귀로 비율 [ ] · 기다릴 수 있는 시간 [ ]분 · 귀로 손님 수락 의향 [ ]% · 수용 보전액 [ ]원</a:t>
            </a:r>
            <a:endParaRPr lang="ko-KR" altLang="en-US" sz="11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"[대표 인용]"</a:t>
            </a:r>
            <a:endParaRPr lang="ko-KR" alt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행위자 기반 시뮬레이션: 택시 2,956대·하루 약 5.6만 건, TIMS 2025 실측(차량당 19.5회·공차 46.5%) 보정, 2개 시드 평균 · 실측 아님</a:t>
            </a:r>
            <a:endParaRPr lang="ko-KR" alt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714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2026-11-02T02:43:01Z</dcterms:created>
  <dcterms:modified xsi:type="dcterms:W3CDTF">2026-11-02T02:43:01Z</dcterms:modified>
</cp:coreProperties>
</file>